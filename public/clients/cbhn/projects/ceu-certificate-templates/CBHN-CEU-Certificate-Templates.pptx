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310896"/>
            <a:ext cx="7150608" cy="9436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" y="466344"/>
            <a:ext cx="6839712" cy="9125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C6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310896"/>
            <a:ext cx="1664208" cy="118872"/>
          </a:xfrm>
          <a:prstGeom prst="rect">
            <a:avLst/>
          </a:prstGeom>
          <a:solidFill>
            <a:srgbClr val="369662"/>
          </a:solidFill>
          <a:ln w="12700">
            <a:solidFill>
              <a:srgbClr val="36966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310896"/>
            <a:ext cx="1060704" cy="118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808" y="310896"/>
            <a:ext cx="1060704" cy="118872"/>
          </a:xfrm>
          <a:prstGeom prst="rect">
            <a:avLst/>
          </a:prstGeom>
          <a:solidFill>
            <a:srgbClr val="F8D300"/>
          </a:solidFill>
          <a:ln w="12700">
            <a:solidFill>
              <a:srgbClr val="F8D3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96512" y="310896"/>
            <a:ext cx="1572768" cy="118872"/>
          </a:xfrm>
          <a:prstGeom prst="rect">
            <a:avLst/>
          </a:prstGeom>
          <a:solidFill>
            <a:srgbClr val="003687"/>
          </a:solidFill>
          <a:ln w="12700">
            <a:solidFill>
              <a:srgbClr val="00368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10896"/>
            <a:ext cx="1792224" cy="118872"/>
          </a:xfrm>
          <a:prstGeom prst="rect">
            <a:avLst/>
          </a:prstGeom>
          <a:solidFill>
            <a:srgbClr val="F14916"/>
          </a:solidFill>
          <a:ln w="12700">
            <a:solidFill>
              <a:srgbClr val="F14916">
                <a:alpha val="0"/>
              </a:srgbClr>
            </a:solidFill>
            <a:prstDash val="solid"/>
          </a:ln>
        </p:spPr>
      </p:sp>
      <p:pic>
        <p:nvPicPr>
          <p:cNvPr id="10" name="Image 0" descr="/Users/gabriel/Documents/3 - Perso/Finances/Dev/clients-playground/public/clients/cbhn/projects/ceu-certificate-templates/assets/nasw-c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49808"/>
            <a:ext cx="1298448" cy="594360"/>
          </a:xfrm>
          <a:prstGeom prst="rect">
            <a:avLst/>
          </a:prstGeom>
        </p:spPr>
      </p:pic>
      <p:pic>
        <p:nvPicPr>
          <p:cNvPr id="11" name="Image 1" descr="/Users/gabriel/Documents/3 - Perso/Finances/Dev/clients-playground/public/clients/cbhn/assets/images/cbh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859536"/>
            <a:ext cx="3337560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572768"/>
            <a:ext cx="5577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3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NASW-CA APPROVED CONTINUING EDUCATION</a:t>
            </a:r>
            <a:endParaRPr lang="en-US" sz="830" dirty="0"/>
          </a:p>
        </p:txBody>
      </p:sp>
      <p:sp>
        <p:nvSpPr>
          <p:cNvPr id="13" name="Text 9"/>
          <p:cNvSpPr/>
          <p:nvPr/>
        </p:nvSpPr>
        <p:spPr>
          <a:xfrm>
            <a:off x="877824" y="1792224"/>
            <a:ext cx="6016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50" b="1" dirty="0">
                <a:solidFill>
                  <a:srgbClr val="20181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Certificate of Continuing Education</a:t>
            </a:r>
            <a:endParaRPr lang="en-US" sz="3050" dirty="0"/>
          </a:p>
        </p:txBody>
      </p:sp>
      <p:sp>
        <p:nvSpPr>
          <p:cNvPr id="14" name="Shape 10"/>
          <p:cNvSpPr/>
          <p:nvPr/>
        </p:nvSpPr>
        <p:spPr>
          <a:xfrm>
            <a:off x="1645920" y="2542032"/>
            <a:ext cx="1097280" cy="64008"/>
          </a:xfrm>
          <a:prstGeom prst="rect">
            <a:avLst/>
          </a:prstGeom>
          <a:solidFill>
            <a:srgbClr val="369662"/>
          </a:solidFill>
          <a:ln w="12700">
            <a:solidFill>
              <a:srgbClr val="369662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0" y="2542032"/>
            <a:ext cx="914400" cy="64008"/>
          </a:xfrm>
          <a:prstGeom prst="rect">
            <a:avLst/>
          </a:prstGeom>
          <a:solidFill>
            <a:srgbClr val="F8D300"/>
          </a:solidFill>
          <a:ln w="12700">
            <a:solidFill>
              <a:srgbClr val="F8D3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0" y="2542032"/>
            <a:ext cx="914400" cy="64008"/>
          </a:xfrm>
          <a:prstGeom prst="rect">
            <a:avLst/>
          </a:prstGeom>
          <a:solidFill>
            <a:srgbClr val="F14916"/>
          </a:solidFill>
          <a:ln w="12700">
            <a:solidFill>
              <a:srgbClr val="F14916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0" y="2542032"/>
            <a:ext cx="1554480" cy="64008"/>
          </a:xfrm>
          <a:prstGeom prst="rect">
            <a:avLst/>
          </a:prstGeom>
          <a:solidFill>
            <a:srgbClr val="003687"/>
          </a:solidFill>
          <a:ln w="12700">
            <a:solidFill>
              <a:srgbClr val="003687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2779776"/>
            <a:ext cx="5943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certifies that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124712" y="3163824"/>
            <a:ext cx="5522976" cy="512064"/>
          </a:xfrm>
          <a:prstGeom prst="rect">
            <a:avLst/>
          </a:prstGeom>
          <a:solidFill>
            <a:srgbClr val="EFF4FC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25296" y="3273552"/>
            <a:ext cx="53218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[Participant Name], [Credentials]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932688" y="3886200"/>
            <a:ext cx="59070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successfully completed the following educational sessions at the:</a:t>
            </a:r>
            <a:endParaRPr lang="en-US" sz="1380" dirty="0"/>
          </a:p>
        </p:txBody>
      </p:sp>
      <p:sp>
        <p:nvSpPr>
          <p:cNvPr id="22" name="Text 18"/>
          <p:cNvSpPr/>
          <p:nvPr/>
        </p:nvSpPr>
        <p:spPr>
          <a:xfrm>
            <a:off x="914400" y="4187952"/>
            <a:ext cx="5943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CBHN Virtual Behavioral and Mental Health Conference</a:t>
            </a:r>
            <a:endParaRPr lang="en-US" sz="1520" dirty="0"/>
          </a:p>
        </p:txBody>
      </p:sp>
      <p:sp>
        <p:nvSpPr>
          <p:cNvPr id="23" name="Text 19"/>
          <p:cNvSpPr/>
          <p:nvPr/>
        </p:nvSpPr>
        <p:spPr>
          <a:xfrm>
            <a:off x="914400" y="4443984"/>
            <a:ext cx="5943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Crises—Stress, Mental Health &amp; Brain Health in the Black Community</a:t>
            </a:r>
            <a:endParaRPr lang="en-US" sz="1330" dirty="0"/>
          </a:p>
        </p:txBody>
      </p:sp>
      <p:sp>
        <p:nvSpPr>
          <p:cNvPr id="24" name="Text 20"/>
          <p:cNvSpPr/>
          <p:nvPr/>
        </p:nvSpPr>
        <p:spPr>
          <a:xfrm>
            <a:off x="2148840" y="4773168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Opening Keynote – 1 CEU</a:t>
            </a:r>
            <a:endParaRPr lang="en-US" sz="1230" dirty="0"/>
          </a:p>
          <a:p>
            <a:pPr algn="l" indent="0" marL="0">
              <a:buNone/>
            </a:pPr>
            <a:r>
              <a:rPr lang="en-US" sz="123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Toxic Stress – 1 CEU</a:t>
            </a:r>
            <a:endParaRPr lang="en-US" sz="1230" dirty="0"/>
          </a:p>
          <a:p>
            <a:pPr algn="l" indent="0" marL="0">
              <a:buNone/>
            </a:pPr>
            <a:r>
              <a:rPr lang="en-US" sz="123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Brain Health – 1 CEU</a:t>
            </a:r>
            <a:endParaRPr lang="en-US" sz="1230" dirty="0"/>
          </a:p>
        </p:txBody>
      </p:sp>
      <p:sp>
        <p:nvSpPr>
          <p:cNvPr id="25" name="Shape 21"/>
          <p:cNvSpPr/>
          <p:nvPr/>
        </p:nvSpPr>
        <p:spPr>
          <a:xfrm>
            <a:off x="1298448" y="5486400"/>
            <a:ext cx="2514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71600" y="5559552"/>
            <a:ext cx="23682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1371600" y="5733288"/>
            <a:ext cx="23682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13, 2026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968496" y="5486400"/>
            <a:ext cx="2514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41648" y="5559552"/>
            <a:ext cx="23682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730" dirty="0"/>
          </a:p>
        </p:txBody>
      </p:sp>
      <p:sp>
        <p:nvSpPr>
          <p:cNvPr id="30" name="Text 26"/>
          <p:cNvSpPr/>
          <p:nvPr/>
        </p:nvSpPr>
        <p:spPr>
          <a:xfrm>
            <a:off x="4041648" y="5733288"/>
            <a:ext cx="23682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Zoom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1773936" y="6272784"/>
            <a:ext cx="4224528" cy="393192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828800" y="6355080"/>
            <a:ext cx="4114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CEUs Issued: [CEUs]</a:t>
            </a:r>
            <a:endParaRPr lang="en-US" sz="1580" dirty="0"/>
          </a:p>
        </p:txBody>
      </p:sp>
      <p:sp>
        <p:nvSpPr>
          <p:cNvPr id="33" name="Text 29"/>
          <p:cNvSpPr/>
          <p:nvPr/>
        </p:nvSpPr>
        <p:spPr>
          <a:xfrm>
            <a:off x="896112" y="6903720"/>
            <a:ext cx="5980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course meets the qualifications for Continuing Education for LCSWs, LMFTs, LPCCs, and LEPs as required by the CA State Board of Behavioral Sciences, provided by NASW-CA.</a:t>
            </a:r>
            <a:endParaRPr lang="en-US" sz="1140" dirty="0"/>
          </a:p>
        </p:txBody>
      </p:sp>
      <p:sp>
        <p:nvSpPr>
          <p:cNvPr id="34" name="Shape 30"/>
          <p:cNvSpPr/>
          <p:nvPr/>
        </p:nvSpPr>
        <p:spPr>
          <a:xfrm>
            <a:off x="1965960" y="8165592"/>
            <a:ext cx="3840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pic>
        <p:nvPicPr>
          <p:cNvPr id="35" name="Image 2" descr="/Users/gabriel/Documents/3 - Perso/Finances/Dev/clients-playground/public/clients/cbhn/projects/ceu-certificate-templates/assets/rhonda-smith-signa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7808976"/>
            <a:ext cx="2057400" cy="30175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2377440" y="8339328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Rhonda M. Smith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2377440" y="8531352"/>
            <a:ext cx="30175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Signature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1417320" y="8979408"/>
            <a:ext cx="4937760" cy="0"/>
          </a:xfrm>
          <a:prstGeom prst="line">
            <a:avLst/>
          </a:prstGeom>
          <a:noFill/>
          <a:ln w="12700">
            <a:solidFill>
              <a:srgbClr val="CDD8E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463040" y="9098280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California Black Health Network</a:t>
            </a:r>
            <a:endParaRPr lang="en-US" sz="960" dirty="0"/>
          </a:p>
        </p:txBody>
      </p:sp>
      <p:sp>
        <p:nvSpPr>
          <p:cNvPr id="40" name="Text 35"/>
          <p:cNvSpPr/>
          <p:nvPr/>
        </p:nvSpPr>
        <p:spPr>
          <a:xfrm>
            <a:off x="1463040" y="9272016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520 9th Street, Suite 100, Sacramento, CA 95814</a:t>
            </a:r>
            <a:endParaRPr lang="en-US" sz="920" dirty="0"/>
          </a:p>
        </p:txBody>
      </p:sp>
      <p:sp>
        <p:nvSpPr>
          <p:cNvPr id="41" name="Text 36"/>
          <p:cNvSpPr/>
          <p:nvPr/>
        </p:nvSpPr>
        <p:spPr>
          <a:xfrm>
            <a:off x="1463040" y="9445752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Phone: (916) 333-0613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310896"/>
            <a:ext cx="7150608" cy="9436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" y="466344"/>
            <a:ext cx="6839712" cy="9125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C6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310896"/>
            <a:ext cx="1664208" cy="118872"/>
          </a:xfrm>
          <a:prstGeom prst="rect">
            <a:avLst/>
          </a:prstGeom>
          <a:solidFill>
            <a:srgbClr val="369662"/>
          </a:solidFill>
          <a:ln w="12700">
            <a:solidFill>
              <a:srgbClr val="36966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310896"/>
            <a:ext cx="1060704" cy="118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808" y="310896"/>
            <a:ext cx="1060704" cy="118872"/>
          </a:xfrm>
          <a:prstGeom prst="rect">
            <a:avLst/>
          </a:prstGeom>
          <a:solidFill>
            <a:srgbClr val="F8D300"/>
          </a:solidFill>
          <a:ln w="12700">
            <a:solidFill>
              <a:srgbClr val="F8D3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96512" y="310896"/>
            <a:ext cx="1572768" cy="118872"/>
          </a:xfrm>
          <a:prstGeom prst="rect">
            <a:avLst/>
          </a:prstGeom>
          <a:solidFill>
            <a:srgbClr val="003687"/>
          </a:solidFill>
          <a:ln w="12700">
            <a:solidFill>
              <a:srgbClr val="00368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10896"/>
            <a:ext cx="1792224" cy="118872"/>
          </a:xfrm>
          <a:prstGeom prst="rect">
            <a:avLst/>
          </a:prstGeom>
          <a:solidFill>
            <a:srgbClr val="F14916"/>
          </a:solidFill>
          <a:ln w="12700">
            <a:solidFill>
              <a:srgbClr val="F14916">
                <a:alpha val="0"/>
              </a:srgbClr>
            </a:solidFill>
            <a:prstDash val="solid"/>
          </a:ln>
        </p:spPr>
      </p:sp>
      <p:pic>
        <p:nvPicPr>
          <p:cNvPr id="10" name="Image 0" descr="/Users/gabriel/Documents/3 - Perso/Finances/Dev/clients-playground/public/clients/cbhn/projects/ceu-certificate-templates/assets/nasw-c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49808"/>
            <a:ext cx="1298448" cy="594360"/>
          </a:xfrm>
          <a:prstGeom prst="rect">
            <a:avLst/>
          </a:prstGeom>
        </p:spPr>
      </p:pic>
      <p:pic>
        <p:nvPicPr>
          <p:cNvPr id="11" name="Image 1" descr="/Users/gabriel/Documents/3 - Perso/Finances/Dev/clients-playground/public/clients/cbhn/assets/images/cbh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859536"/>
            <a:ext cx="3337560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572768"/>
            <a:ext cx="5577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3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NASW-CA APPROVED CONTINUING EDUCATION</a:t>
            </a:r>
            <a:endParaRPr lang="en-US" sz="830" dirty="0"/>
          </a:p>
        </p:txBody>
      </p:sp>
      <p:sp>
        <p:nvSpPr>
          <p:cNvPr id="13" name="Text 9"/>
          <p:cNvSpPr/>
          <p:nvPr/>
        </p:nvSpPr>
        <p:spPr>
          <a:xfrm>
            <a:off x="877824" y="1792224"/>
            <a:ext cx="6016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50" b="1" dirty="0">
                <a:solidFill>
                  <a:srgbClr val="20181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Certificate of Continuing Education</a:t>
            </a:r>
            <a:endParaRPr lang="en-US" sz="3050" dirty="0"/>
          </a:p>
        </p:txBody>
      </p:sp>
      <p:sp>
        <p:nvSpPr>
          <p:cNvPr id="14" name="Shape 10"/>
          <p:cNvSpPr/>
          <p:nvPr/>
        </p:nvSpPr>
        <p:spPr>
          <a:xfrm>
            <a:off x="1645920" y="2542032"/>
            <a:ext cx="1097280" cy="64008"/>
          </a:xfrm>
          <a:prstGeom prst="rect">
            <a:avLst/>
          </a:prstGeom>
          <a:solidFill>
            <a:srgbClr val="369662"/>
          </a:solidFill>
          <a:ln w="12700">
            <a:solidFill>
              <a:srgbClr val="369662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0" y="2542032"/>
            <a:ext cx="914400" cy="64008"/>
          </a:xfrm>
          <a:prstGeom prst="rect">
            <a:avLst/>
          </a:prstGeom>
          <a:solidFill>
            <a:srgbClr val="F8D300"/>
          </a:solidFill>
          <a:ln w="12700">
            <a:solidFill>
              <a:srgbClr val="F8D30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0" y="2542032"/>
            <a:ext cx="914400" cy="64008"/>
          </a:xfrm>
          <a:prstGeom prst="rect">
            <a:avLst/>
          </a:prstGeom>
          <a:solidFill>
            <a:srgbClr val="F14916"/>
          </a:solidFill>
          <a:ln w="12700">
            <a:solidFill>
              <a:srgbClr val="F14916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0" y="2542032"/>
            <a:ext cx="1554480" cy="64008"/>
          </a:xfrm>
          <a:prstGeom prst="rect">
            <a:avLst/>
          </a:prstGeom>
          <a:solidFill>
            <a:srgbClr val="003687"/>
          </a:solidFill>
          <a:ln w="12700">
            <a:solidFill>
              <a:srgbClr val="003687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2779776"/>
            <a:ext cx="5943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certifies that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124712" y="3163824"/>
            <a:ext cx="5522976" cy="512064"/>
          </a:xfrm>
          <a:prstGeom prst="rect">
            <a:avLst/>
          </a:prstGeom>
          <a:solidFill>
            <a:srgbClr val="EFF4FC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25296" y="3273552"/>
            <a:ext cx="53218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[First Name] [Last Name], [Credentials]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932688" y="3886200"/>
            <a:ext cx="59070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successfully completed the educational session at the:</a:t>
            </a:r>
            <a:endParaRPr lang="en-US" sz="1380" dirty="0"/>
          </a:p>
        </p:txBody>
      </p:sp>
      <p:sp>
        <p:nvSpPr>
          <p:cNvPr id="22" name="Text 18"/>
          <p:cNvSpPr/>
          <p:nvPr/>
        </p:nvSpPr>
        <p:spPr>
          <a:xfrm>
            <a:off x="914400" y="4187952"/>
            <a:ext cx="5943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Behavioral and Mental Health Conference</a:t>
            </a:r>
            <a:endParaRPr lang="en-US" sz="1520" dirty="0"/>
          </a:p>
        </p:txBody>
      </p:sp>
      <p:sp>
        <p:nvSpPr>
          <p:cNvPr id="23" name="Text 19"/>
          <p:cNvSpPr/>
          <p:nvPr/>
        </p:nvSpPr>
        <p:spPr>
          <a:xfrm>
            <a:off x="914400" y="4443984"/>
            <a:ext cx="5943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Crises—Stress, Mental Health &amp; Brain Health in the Black Community</a:t>
            </a:r>
            <a:endParaRPr lang="en-US" sz="1330" dirty="0"/>
          </a:p>
        </p:txBody>
      </p:sp>
      <p:sp>
        <p:nvSpPr>
          <p:cNvPr id="24" name="Shape 20"/>
          <p:cNvSpPr/>
          <p:nvPr/>
        </p:nvSpPr>
        <p:spPr>
          <a:xfrm>
            <a:off x="1298448" y="4983480"/>
            <a:ext cx="2514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371600" y="5056632"/>
            <a:ext cx="23682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730" dirty="0"/>
          </a:p>
        </p:txBody>
      </p:sp>
      <p:sp>
        <p:nvSpPr>
          <p:cNvPr id="26" name="Text 22"/>
          <p:cNvSpPr/>
          <p:nvPr/>
        </p:nvSpPr>
        <p:spPr>
          <a:xfrm>
            <a:off x="1371600" y="5230368"/>
            <a:ext cx="23682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13, 2026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3968496" y="4983480"/>
            <a:ext cx="2514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41648" y="5056632"/>
            <a:ext cx="23682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5F63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730" dirty="0"/>
          </a:p>
        </p:txBody>
      </p:sp>
      <p:sp>
        <p:nvSpPr>
          <p:cNvPr id="29" name="Text 25"/>
          <p:cNvSpPr/>
          <p:nvPr/>
        </p:nvSpPr>
        <p:spPr>
          <a:xfrm>
            <a:off x="4041648" y="5230368"/>
            <a:ext cx="23682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Zoom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1773936" y="5760720"/>
            <a:ext cx="4224528" cy="393192"/>
          </a:xfrm>
          <a:prstGeom prst="rect">
            <a:avLst/>
          </a:prstGeom>
          <a:solidFill>
            <a:srgbClr val="001F4F"/>
          </a:solidFill>
          <a:ln w="12700">
            <a:solidFill>
              <a:srgbClr val="001F4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828800" y="5843016"/>
            <a:ext cx="4114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CEUs Issued: [CEUs]</a:t>
            </a:r>
            <a:endParaRPr lang="en-US" sz="1580" dirty="0"/>
          </a:p>
        </p:txBody>
      </p:sp>
      <p:sp>
        <p:nvSpPr>
          <p:cNvPr id="32" name="Text 28"/>
          <p:cNvSpPr/>
          <p:nvPr/>
        </p:nvSpPr>
        <p:spPr>
          <a:xfrm>
            <a:off x="896112" y="6446520"/>
            <a:ext cx="59801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course meets the qualifications for Continuing Education for LCSWs, LMFTs, LPCCs, and LEPs as required by the CA State Board of Behavioral Sciences, provided by NASW-CA.</a:t>
            </a:r>
            <a:endParaRPr lang="en-US" sz="1140" dirty="0"/>
          </a:p>
        </p:txBody>
      </p:sp>
      <p:sp>
        <p:nvSpPr>
          <p:cNvPr id="33" name="Shape 29"/>
          <p:cNvSpPr/>
          <p:nvPr/>
        </p:nvSpPr>
        <p:spPr>
          <a:xfrm>
            <a:off x="1965960" y="8165592"/>
            <a:ext cx="3840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331720" y="7872984"/>
            <a:ext cx="3108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SIGNATURE HERE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377440" y="8339328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Rhonda M. Smith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2377440" y="8531352"/>
            <a:ext cx="30175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Signature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1417320" y="8979408"/>
            <a:ext cx="4937760" cy="0"/>
          </a:xfrm>
          <a:prstGeom prst="line">
            <a:avLst/>
          </a:prstGeom>
          <a:noFill/>
          <a:ln w="12700">
            <a:solidFill>
              <a:srgbClr val="CDD8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463040" y="9098280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California Black Health Network</a:t>
            </a:r>
            <a:endParaRPr lang="en-US" sz="960" dirty="0"/>
          </a:p>
        </p:txBody>
      </p:sp>
      <p:sp>
        <p:nvSpPr>
          <p:cNvPr id="39" name="Text 35"/>
          <p:cNvSpPr/>
          <p:nvPr/>
        </p:nvSpPr>
        <p:spPr>
          <a:xfrm>
            <a:off x="1463040" y="9272016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520 9th Street, Suite 100, Sacramento, CA 95814</a:t>
            </a:r>
            <a:endParaRPr lang="en-US" sz="920" dirty="0"/>
          </a:p>
        </p:txBody>
      </p:sp>
      <p:sp>
        <p:nvSpPr>
          <p:cNvPr id="40" name="Text 36"/>
          <p:cNvSpPr/>
          <p:nvPr/>
        </p:nvSpPr>
        <p:spPr>
          <a:xfrm>
            <a:off x="1463040" y="9445752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Phone: (916) 333-0613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310896"/>
            <a:ext cx="7150608" cy="9436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1F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" y="466344"/>
            <a:ext cx="6839712" cy="9125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C6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310896"/>
            <a:ext cx="1664208" cy="118872"/>
          </a:xfrm>
          <a:prstGeom prst="rect">
            <a:avLst/>
          </a:prstGeom>
          <a:solidFill>
            <a:srgbClr val="369662"/>
          </a:solidFill>
          <a:ln w="12700">
            <a:solidFill>
              <a:srgbClr val="36966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310896"/>
            <a:ext cx="1060704" cy="118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808" y="310896"/>
            <a:ext cx="1060704" cy="118872"/>
          </a:xfrm>
          <a:prstGeom prst="rect">
            <a:avLst/>
          </a:prstGeom>
          <a:solidFill>
            <a:srgbClr val="F8D300"/>
          </a:solidFill>
          <a:ln w="12700">
            <a:solidFill>
              <a:srgbClr val="F8D3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96512" y="310896"/>
            <a:ext cx="1572768" cy="118872"/>
          </a:xfrm>
          <a:prstGeom prst="rect">
            <a:avLst/>
          </a:prstGeom>
          <a:solidFill>
            <a:srgbClr val="003687"/>
          </a:solidFill>
          <a:ln w="12700">
            <a:solidFill>
              <a:srgbClr val="00368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10896"/>
            <a:ext cx="1792224" cy="118872"/>
          </a:xfrm>
          <a:prstGeom prst="rect">
            <a:avLst/>
          </a:prstGeom>
          <a:solidFill>
            <a:srgbClr val="F14916"/>
          </a:solidFill>
          <a:ln w="12700">
            <a:solidFill>
              <a:srgbClr val="F14916">
                <a:alpha val="0"/>
              </a:srgbClr>
            </a:solidFill>
            <a:prstDash val="solid"/>
          </a:ln>
        </p:spPr>
      </p:sp>
      <p:pic>
        <p:nvPicPr>
          <p:cNvPr id="10" name="Image 0" descr="/Users/gabriel/Documents/3 - Perso/Finances/Dev/clients-playground/public/clients/cbhn/assets/images/cbh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868680"/>
            <a:ext cx="379476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700784"/>
            <a:ext cx="5577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3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CONFERENCE DOCUMENTATION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914400" y="1938528"/>
            <a:ext cx="5943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181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Certificate of Attendance</a:t>
            </a:r>
            <a:endParaRPr lang="en-US" sz="3100" dirty="0"/>
          </a:p>
        </p:txBody>
      </p:sp>
      <p:sp>
        <p:nvSpPr>
          <p:cNvPr id="13" name="Shape 10"/>
          <p:cNvSpPr/>
          <p:nvPr/>
        </p:nvSpPr>
        <p:spPr>
          <a:xfrm>
            <a:off x="1645920" y="2542032"/>
            <a:ext cx="1097280" cy="64008"/>
          </a:xfrm>
          <a:prstGeom prst="rect">
            <a:avLst/>
          </a:prstGeom>
          <a:solidFill>
            <a:srgbClr val="369662"/>
          </a:solidFill>
          <a:ln w="12700">
            <a:solidFill>
              <a:srgbClr val="369662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2542032"/>
            <a:ext cx="914400" cy="64008"/>
          </a:xfrm>
          <a:prstGeom prst="rect">
            <a:avLst/>
          </a:prstGeom>
          <a:solidFill>
            <a:srgbClr val="F8D300"/>
          </a:solidFill>
          <a:ln w="12700">
            <a:solidFill>
              <a:srgbClr val="F8D3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0" y="2542032"/>
            <a:ext cx="914400" cy="64008"/>
          </a:xfrm>
          <a:prstGeom prst="rect">
            <a:avLst/>
          </a:prstGeom>
          <a:solidFill>
            <a:srgbClr val="F14916"/>
          </a:solidFill>
          <a:ln w="12700">
            <a:solidFill>
              <a:srgbClr val="F14916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542032"/>
            <a:ext cx="1554480" cy="64008"/>
          </a:xfrm>
          <a:prstGeom prst="rect">
            <a:avLst/>
          </a:prstGeom>
          <a:solidFill>
            <a:srgbClr val="003687"/>
          </a:solidFill>
          <a:ln w="12700">
            <a:solidFill>
              <a:srgbClr val="00368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852928"/>
            <a:ext cx="5943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certifies that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325880" y="3246120"/>
            <a:ext cx="5120640" cy="493776"/>
          </a:xfrm>
          <a:prstGeom prst="rect">
            <a:avLst/>
          </a:prstGeom>
          <a:solidFill>
            <a:srgbClr val="EFF4FC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17320" y="3355848"/>
            <a:ext cx="49377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[Participant Name]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87552" y="4078224"/>
            <a:ext cx="57972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participated in the CBHN Virtual Behavioral and Mental Health Conference, held on Wednesday, May 13, 2026, and attended [X] hours of programming.</a:t>
            </a:r>
            <a:endParaRPr lang="en-US" sz="1340" dirty="0"/>
          </a:p>
        </p:txBody>
      </p:sp>
      <p:sp>
        <p:nvSpPr>
          <p:cNvPr id="21" name="Text 18"/>
          <p:cNvSpPr/>
          <p:nvPr/>
        </p:nvSpPr>
        <p:spPr>
          <a:xfrm>
            <a:off x="987552" y="4956048"/>
            <a:ext cx="57972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certificate is awarded as documentation of attendance. No Continuing Education Units (CEUs) are associated with this certificate.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5687568"/>
            <a:ext cx="5797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 may submit this certificate to their licensing board for independent review.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1417320" y="6784848"/>
            <a:ext cx="4937760" cy="0"/>
          </a:xfrm>
          <a:prstGeom prst="line">
            <a:avLst/>
          </a:prstGeom>
          <a:noFill/>
          <a:ln w="12700">
            <a:solidFill>
              <a:srgbClr val="CDD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63040" y="6903720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1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California Black Health Network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1463040" y="7077456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520 9th Street, Suite 100, Sacramento, CA 95814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1463040" y="7251192"/>
            <a:ext cx="4846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Phone: (916) 333-0613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2331720" y="8330184"/>
            <a:ext cx="31089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14600" y="7991856"/>
            <a:ext cx="2743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SIGNATURE HERE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560320" y="8522208"/>
            <a:ext cx="2651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Director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8723376"/>
            <a:ext cx="2651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1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May 20,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California Black Health Network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CBHN CEU Certificate Templates</dc:title>
  <dc:subject>CEU and attendance certificate templates</dc:subject>
  <dc:creator>California Black Health Network</dc:creator>
  <cp:lastModifiedBy>California Black Health Network</cp:lastModifiedBy>
  <cp:revision>1</cp:revision>
  <dcterms:created xsi:type="dcterms:W3CDTF">2026-05-20T11:17:01Z</dcterms:created>
  <dcterms:modified xsi:type="dcterms:W3CDTF">2026-05-20T11:17:01Z</dcterms:modified>
</cp:coreProperties>
</file>