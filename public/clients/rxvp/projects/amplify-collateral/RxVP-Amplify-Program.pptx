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2386584"/>
          </a:xfrm>
          <a:prstGeom prst="rect">
            <a:avLst/>
          </a:prstGeom>
          <a:solidFill>
            <a:srgbClr val="190B20"/>
          </a:solidFill>
          <a:ln w="12700">
            <a:solidFill>
              <a:srgbClr val="190B20">
                <a:alpha val="0"/>
              </a:srgbClr>
            </a:solidFill>
            <a:prstDash val="solid"/>
          </a:ln>
        </p:spPr>
      </p:sp>
      <p:pic>
        <p:nvPicPr>
          <p:cNvPr id="3" name="Image 0" descr="/Users/gabriel/Documents/3 - Perso/Finances/Dev/clients-playground/outputs/amplify-reexport-scratch/top-woman-hero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72400" cy="23865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874520" y="109728"/>
            <a:ext cx="5550408" cy="265176"/>
          </a:xfrm>
          <a:prstGeom prst="rect">
            <a:avLst/>
          </a:prstGeom>
          <a:solidFill>
            <a:srgbClr val="3B0648"/>
          </a:solidFill>
          <a:ln w="12700">
            <a:solidFill>
              <a:srgbClr val="3B064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74520" y="109728"/>
            <a:ext cx="27432" cy="265176"/>
          </a:xfrm>
          <a:prstGeom prst="rect">
            <a:avLst/>
          </a:prstGeom>
          <a:solidFill>
            <a:srgbClr val="C9A532"/>
          </a:solidFill>
          <a:ln w="12700">
            <a:solidFill>
              <a:srgbClr val="C9A532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97496" y="109728"/>
            <a:ext cx="27432" cy="265176"/>
          </a:xfrm>
          <a:prstGeom prst="rect">
            <a:avLst/>
          </a:prstGeom>
          <a:solidFill>
            <a:srgbClr val="C9A532"/>
          </a:solidFill>
          <a:ln w="12700">
            <a:solidFill>
              <a:srgbClr val="C9A532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93392" y="164592"/>
            <a:ext cx="528523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DC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FIRST AND ONLY SPEAKER'S BUREAU IN LIFE SCIENCES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5488" y="694944"/>
            <a:ext cx="26060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6CF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PROUDLY PRESENTS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75488" y="896112"/>
            <a:ext cx="306324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AMPLIFY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475488" y="1554480"/>
            <a:ext cx="3127248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High-impact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public speaking for life sciences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leaders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57200" y="2615184"/>
            <a:ext cx="397764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4A075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Elevating the next generation of</a:t>
            </a:r>
            <a:endParaRPr lang="en-US" sz="1750" dirty="0"/>
          </a:p>
          <a:p>
            <a:pPr algn="l" indent="0" marL="0">
              <a:buNone/>
            </a:pPr>
            <a:r>
              <a:rPr lang="en-US" sz="1750" b="1" dirty="0">
                <a:solidFill>
                  <a:srgbClr val="4A075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enterprise leaders at your company.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57200" y="3218688"/>
            <a:ext cx="3986784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5F58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AMPLIFY is a premium development experience designed to help emerging senior leaders strengthen public speaking and executive presence.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4727448" y="2615184"/>
            <a:ext cx="36576" cy="1024128"/>
          </a:xfrm>
          <a:prstGeom prst="rect">
            <a:avLst/>
          </a:prstGeom>
          <a:solidFill>
            <a:srgbClr val="C9A532"/>
          </a:solidFill>
          <a:ln w="12700">
            <a:solidFill>
              <a:srgbClr val="C9A532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472" y="2633472"/>
            <a:ext cx="22402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4A07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ADVANTAGES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4873752" y="2898648"/>
            <a:ext cx="221284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Speaking practice on 3 different panel events</a:t>
            </a:r>
            <a:endParaRPr lang="en-US" sz="1120" dirty="0"/>
          </a:p>
          <a:p>
            <a:pPr algn="l" indent="0" marL="0">
              <a:buNone/>
            </a:pPr>
            <a:r>
              <a:rPr lang="en-US" sz="11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Practitioner speaking coaches who know the life sciences stage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457200" y="4160520"/>
            <a:ext cx="3328416" cy="0"/>
          </a:xfrm>
          <a:prstGeom prst="line">
            <a:avLst/>
          </a:prstGeom>
          <a:noFill/>
          <a:ln w="12700">
            <a:solidFill>
              <a:srgbClr val="DED2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14216" y="4160520"/>
            <a:ext cx="3300984" cy="0"/>
          </a:xfrm>
          <a:prstGeom prst="line">
            <a:avLst/>
          </a:prstGeom>
          <a:noFill/>
          <a:ln w="12700">
            <a:solidFill>
              <a:srgbClr val="DED2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288536"/>
            <a:ext cx="315468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4A07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Speaking Opportunities</a:t>
            </a:r>
            <a:endParaRPr lang="en-US" sz="1110" dirty="0"/>
          </a:p>
        </p:txBody>
      </p:sp>
      <p:sp>
        <p:nvSpPr>
          <p:cNvPr id="19" name="Shape 16"/>
          <p:cNvSpPr/>
          <p:nvPr/>
        </p:nvSpPr>
        <p:spPr>
          <a:xfrm>
            <a:off x="457200" y="4617720"/>
            <a:ext cx="3273552" cy="786384"/>
          </a:xfrm>
          <a:prstGeom prst="rect">
            <a:avLst/>
          </a:prstGeom>
          <a:solidFill>
            <a:srgbClr val="FBF8ED"/>
          </a:solidFill>
          <a:ln w="12700">
            <a:solidFill>
              <a:srgbClr val="FBF8ED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4617720"/>
            <a:ext cx="36576" cy="786384"/>
          </a:xfrm>
          <a:prstGeom prst="rect">
            <a:avLst/>
          </a:prstGeom>
          <a:solidFill>
            <a:srgbClr val="C9A532"/>
          </a:solidFill>
          <a:ln w="12700">
            <a:solidFill>
              <a:srgbClr val="C9A532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" y="4700016"/>
            <a:ext cx="299923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RxVP panels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RxVP fireside chats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stakeholder engagements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 conferences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RxVP/ERG collaborations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457200" y="5422392"/>
            <a:ext cx="3236976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5F58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participant receives three high-value speaking opportunities over six months. Experiences may be virtual or in person and designed for internal or external audiences.</a:t>
            </a:r>
            <a:endParaRPr lang="en-US" sz="925" dirty="0"/>
          </a:p>
        </p:txBody>
      </p:sp>
      <p:sp>
        <p:nvSpPr>
          <p:cNvPr id="23" name="Text 20"/>
          <p:cNvSpPr/>
          <p:nvPr/>
        </p:nvSpPr>
        <p:spPr>
          <a:xfrm>
            <a:off x="4014216" y="4288536"/>
            <a:ext cx="315468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4A07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Practitioner-Led Coaching</a:t>
            </a:r>
            <a:endParaRPr lang="en-US" sz="1110" dirty="0"/>
          </a:p>
        </p:txBody>
      </p:sp>
      <p:sp>
        <p:nvSpPr>
          <p:cNvPr id="24" name="Text 21"/>
          <p:cNvSpPr/>
          <p:nvPr/>
        </p:nvSpPr>
        <p:spPr>
          <a:xfrm>
            <a:off x="4014216" y="4645152"/>
            <a:ext cx="318211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5F58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RxVP speaker coaches are accomplished, active voices in the life sciences industry who bring firsthand credibility, insight, and candid feedback to every session.</a:t>
            </a:r>
            <a:endParaRPr lang="en-US" sz="925" dirty="0"/>
          </a:p>
        </p:txBody>
      </p:sp>
      <p:sp>
        <p:nvSpPr>
          <p:cNvPr id="25" name="Text 22"/>
          <p:cNvSpPr/>
          <p:nvPr/>
        </p:nvSpPr>
        <p:spPr>
          <a:xfrm>
            <a:off x="4041648" y="5276088"/>
            <a:ext cx="309067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Speaker delivery and concise storytelling</a:t>
            </a:r>
            <a:endParaRPr lang="en-US" sz="910" dirty="0"/>
          </a:p>
          <a:p>
            <a:pPr algn="l" indent="0" marL="0">
              <a:buNone/>
            </a:pPr>
            <a:r>
              <a:rPr lang="en-US" sz="91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Audience engagement and executive presence</a:t>
            </a:r>
            <a:endParaRPr lang="en-US" sz="910" dirty="0"/>
          </a:p>
          <a:p>
            <a:pPr algn="l" indent="0" marL="0">
              <a:buNone/>
            </a:pPr>
            <a:r>
              <a:rPr lang="en-US" sz="91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Panelist, moderator, and interviewer readiness</a:t>
            </a:r>
            <a:endParaRPr lang="en-US" sz="910" dirty="0"/>
          </a:p>
        </p:txBody>
      </p:sp>
      <p:sp>
        <p:nvSpPr>
          <p:cNvPr id="26" name="Shape 23"/>
          <p:cNvSpPr/>
          <p:nvPr/>
        </p:nvSpPr>
        <p:spPr>
          <a:xfrm>
            <a:off x="457200" y="6108192"/>
            <a:ext cx="6858000" cy="3291840"/>
          </a:xfrm>
          <a:prstGeom prst="rect">
            <a:avLst/>
          </a:prstGeom>
          <a:solidFill>
            <a:srgbClr val="FBF8ED"/>
          </a:solidFill>
          <a:ln w="12700">
            <a:solidFill>
              <a:srgbClr val="D7C07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3504" y="6254496"/>
            <a:ext cx="32918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A07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 OBJECTIVES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603504" y="6528816"/>
            <a:ext cx="324612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Communicate with executive-level confidence and credibility in internal meetings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Strengthen leadership presence in high-visibility forums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Deliver clear, concise, and compelling messages under pressure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3886200" y="6528816"/>
            <a:ext cx="337413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Engage diverse audiences with authenticity and authority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Represent your company with thought leadership impact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Navigate panel discussions and live Q&amp;A with agility and confidence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60704"/>
          </a:xfrm>
          <a:prstGeom prst="rect">
            <a:avLst/>
          </a:prstGeom>
          <a:solidFill>
            <a:srgbClr val="3B0648"/>
          </a:solidFill>
          <a:ln w="12700">
            <a:solidFill>
              <a:srgbClr val="3B0648">
                <a:alpha val="0"/>
              </a:srgbClr>
            </a:solidFill>
            <a:prstDash val="solid"/>
          </a:ln>
        </p:spPr>
      </p:sp>
      <p:pic>
        <p:nvPicPr>
          <p:cNvPr id="3" name="Image 0" descr="/Users/gabriel/Documents/3 - Perso/Finances/Dev/clients-playground/public/clients/rxvp/assets/images/rxvp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46888"/>
            <a:ext cx="987552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4920" y="310896"/>
            <a:ext cx="2194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E6CF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PROGRAM INFORMATION</a:t>
            </a:r>
            <a:endParaRPr lang="en-US" sz="840" dirty="0"/>
          </a:p>
        </p:txBody>
      </p:sp>
      <p:sp>
        <p:nvSpPr>
          <p:cNvPr id="5" name="Text 2"/>
          <p:cNvSpPr/>
          <p:nvPr/>
        </p:nvSpPr>
        <p:spPr>
          <a:xfrm>
            <a:off x="512064" y="1353312"/>
            <a:ext cx="635508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4A075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Participants leave the program better prepared to communicate with executive-level confidence, represent the organization with thought leadership impact, and navigate high-visibility forums with agility.</a:t>
            </a:r>
            <a:endParaRPr lang="en-US" sz="1920" dirty="0"/>
          </a:p>
        </p:txBody>
      </p:sp>
      <p:sp>
        <p:nvSpPr>
          <p:cNvPr id="6" name="Shape 3"/>
          <p:cNvSpPr/>
          <p:nvPr/>
        </p:nvSpPr>
        <p:spPr>
          <a:xfrm>
            <a:off x="512064" y="2331720"/>
            <a:ext cx="6748272" cy="4590288"/>
          </a:xfrm>
          <a:prstGeom prst="rect">
            <a:avLst/>
          </a:prstGeom>
          <a:solidFill>
            <a:srgbClr val="FBF8ED"/>
          </a:solidFill>
          <a:ln w="12700">
            <a:solidFill>
              <a:srgbClr val="D7C0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2450592"/>
            <a:ext cx="32918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A07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PRACTITIONER COACHES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658368" y="2724912"/>
            <a:ext cx="30632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4A075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Deepa Desai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8368" y="3044952"/>
            <a:ext cx="2999232" cy="0"/>
          </a:xfrm>
          <a:prstGeom prst="line">
            <a:avLst/>
          </a:prstGeom>
          <a:noFill/>
          <a:ln w="12700">
            <a:solidFill>
              <a:srgbClr val="DED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136392"/>
            <a:ext cx="3063240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756D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Dr. Deepa Desai is a globally recognized healthcare executive, public speaker, leadership strategist, and executive presence advisor with more than 20 years of experience leading transformation across the life sciences sector.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756D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She serves as Founder and CEO of D Cube Consultancy, Head of Asia Pacific for RxVP, Global Board Director at the Healthcare Businesswomen's Association, and has held numerous VP roles in major corporations.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756D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Through these leadership roles, she helps emerging leaders strengthen executive presence, elevate strategic communication, and speak with confidence, credibility, and influence.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756D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Deepa is a frequent speaker at life sciences conferences and leadership forums across the United States and Europe. She has also expanded the Healthcare Businesswomen’s Association in India to a growing community of 700 members by building panels, summits, and chapters across the country.</a:t>
            </a: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3822192" y="2724912"/>
            <a:ext cx="30632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4A075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Bonnie Lappin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3822192" y="3044952"/>
            <a:ext cx="2999232" cy="0"/>
          </a:xfrm>
          <a:prstGeom prst="line">
            <a:avLst/>
          </a:prstGeom>
          <a:noFill/>
          <a:ln w="12700">
            <a:solidFill>
              <a:srgbClr val="DED2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22192" y="3136392"/>
            <a:ext cx="3063240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756D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Bonnie Lappin co-founded the Ambassador Program for the Healthcare Businesswomen's Association in 2013.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756D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Designed as a global leadership development program for HBA corporate partners, it grew under her leadership from 2013 to 2025 into a signature, often life-changing experience for more than 11,000 participants.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756D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 those 12 years, Bonnie spoke frequently at life sciences companies across Austria, Belgium, Canada, France, Germany, India, Ireland, Italy, Japan, Malaysia, Singapore, Spain, Switzerland, and the United Kingdom.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756D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She also led panel development, launch and graduation events, and coached hundreds of panelists and moderators.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756D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Today, Bonnie continues this work through RxVP, a global speakers bureau that curates panels for experienced and emerging speakers.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512064" y="7059168"/>
            <a:ext cx="6748272" cy="0"/>
          </a:xfrm>
          <a:prstGeom prst="line">
            <a:avLst/>
          </a:prstGeom>
          <a:noFill/>
          <a:ln w="12700">
            <a:solidFill>
              <a:srgbClr val="DED2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" y="7223760"/>
            <a:ext cx="29718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A07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 SKILLS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512064" y="7479792"/>
            <a:ext cx="320040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Speaker delivery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Concise storytelling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Audience engagement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Mastering Q&amp;A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3886200" y="7479792"/>
            <a:ext cx="337413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Appropriate self-effacing humor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Engagement with panelists, moderators, and interviewers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Enhanced executive presence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512064" y="8458200"/>
            <a:ext cx="6748272" cy="841248"/>
          </a:xfrm>
          <a:prstGeom prst="rect">
            <a:avLst/>
          </a:prstGeom>
          <a:solidFill>
            <a:srgbClr val="F7F0F8"/>
          </a:solidFill>
          <a:ln w="12700">
            <a:solidFill>
              <a:srgbClr val="F7F0F8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2064" y="8458200"/>
            <a:ext cx="36576" cy="841248"/>
          </a:xfrm>
          <a:prstGeom prst="rect">
            <a:avLst/>
          </a:prstGeom>
          <a:solidFill>
            <a:srgbClr val="C9A532"/>
          </a:solidFill>
          <a:ln w="12700">
            <a:solidFill>
              <a:srgbClr val="C9A532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8558784"/>
            <a:ext cx="5943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A07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 DESIGN CAN BE CUSTOMIZED BASED ON: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731520" y="8796528"/>
            <a:ext cx="3200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Cohort size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Audience composition and geography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Strategic panel themes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886200" y="8796528"/>
            <a:ext cx="3291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Number and cadence of speaking opportunities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241F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Defined success metrics and developmental outcomes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12064" y="9528048"/>
            <a:ext cx="6748272" cy="0"/>
          </a:xfrm>
          <a:prstGeom prst="line">
            <a:avLst/>
          </a:prstGeom>
          <a:noFill/>
          <a:ln w="12700">
            <a:solidFill>
              <a:srgbClr val="DED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2064" y="9628632"/>
            <a:ext cx="128016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756D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RxVP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3127248" y="9628632"/>
            <a:ext cx="4133088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756D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 SPEAKING AND EXECUTIVE PRESENCE COACHING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rmorant 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RxVP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RxVP AMPLIFY Program</dc:title>
  <dc:subject>AMPLIFY public speaking and executive presence coaching</dc:subject>
  <dc:creator>RxVP</dc:creator>
  <cp:lastModifiedBy>RxVP</cp:lastModifiedBy>
  <cp:revision>1</cp:revision>
  <dcterms:created xsi:type="dcterms:W3CDTF">2026-05-20T16:51:38Z</dcterms:created>
  <dcterms:modified xsi:type="dcterms:W3CDTF">2026-05-20T16:51:38Z</dcterms:modified>
</cp:coreProperties>
</file>